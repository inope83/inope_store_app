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9455C"/>
                </a:solidFill>
                <a:latin typeface="Calibri"/>
              </a:defRPr>
            </a:pPr>
            <a:r>
              <a:t>APLIKASAUN E-COMMERCE FASHION BA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Uza Flutter no Django REST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Calibri"/>
              </a:defRPr>
            </a:pPr>
            <a:r>
              <a:t>Estudo Kazu: Inope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Fashion ba Hotu — Fashion ba Ema Hotu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Apresentador: Angelinho Rosales Lopes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Programa Estudu Komputasaun | Universidade Nacional Timor Lorosa'e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ESTRUTURA APRESENTASAUN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BAB I: Introdusaun (Kontestu, Problema, Objetivu)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BAB II: Revizaun Literatura (E-Commerce, Flutter, DRF, GetX, JWT)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BAB III: Metodolojia Pesquiza (Waterfall, Analiza, Dezigna)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BAB IV: Rezultadu no Diskusaun (Implementasaun, Visual, Teste)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BAB V: Konkluzaun no Sugestaun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1.1 Kontestu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E-commerce global terus kresimentu signifikante kada tinan, maibe Timor-Leste sei iha limitasaun iha aplikasaun e-commerce lokal ne'ebe bele atende nesesidade espesifiku povu Timor-Leste, liu-liu iha setor fashion.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Inope Store: Solusaun ba merkadu fashion Timor-Leste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Tagline: "Fashion ba Hotu"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Lian Tetum nu'udar lian interfas principal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Metodu pagamentu lokal: COD, BNU, Telemor, BNCTL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1.2 Formulasaun Problema no Objetivu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Formulasaun Problema: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Oinsa dezigna aplikasaun e-commerce fashion ba Timor-Leste?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Oinsa implementa Flutter no DRF hamutuk?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Oinsa integra pagamentu lokal (COD, transferensia banku)?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Oinsa jere produtu, orden, kategoria, no uzariu ho eficiente?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Objetivu: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Konstroi aplikasaun e-commerce fashion ba Timor-Leste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Implementa Flutter (frontend) no DRF (backend)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Integra sistema pagamentu lokal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Konstroi dashboard admin ho jestaun kompletu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2.1 Flutter - Framework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Framework open-source husi Google ba aplikasaun multiplataforma (Android, iOS, Web, Desktop) husi kodigu ida de'it.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Uza lian programasaun Dart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Hot Reload: haree mudansa instantaneamente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Rendering engine Skia: aparensia konsistente iha plataforma hotu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Widget oioin ne'ebe bele kustomiza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Baralla komunidade (pub.dev)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2.2 Django REST Framework - Backend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Toolkit forte no flexivel atu konstoi RESTful API uza Django (Python).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Serializers: konverte dadus model ba JSON no validasaun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ViewSets: operasaun CRUD automaticamente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Permissions: kontrola asesu (Admin vs Customer)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JWT Authentication: seguru no stateless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Browsable API: dokumentasaun interativa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Teknologia ne'ebe Uza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00400" cy="16459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Flutter 3.x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Mobile, Web, Desktop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645920"/>
            <a:ext cx="3200400" cy="1645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Django 6.x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68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45920"/>
            <a:ext cx="3200400" cy="1645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DRF 3.x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68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REST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657600"/>
            <a:ext cx="3200400" cy="1645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GetX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4805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3657600"/>
            <a:ext cx="320040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4805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Autentikasaun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3657600"/>
            <a:ext cx="3200400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SQLite/PostgreSQL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4805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3.1 Metodu Waterfall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011680" cy="16459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Analiza</a:t>
            </a:r>
            <a:br/>
            <a:r>
              <a:t>Rekizitu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103120"/>
            <a:ext cx="2011680" cy="1645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240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Dezigna</a:t>
            </a:r>
            <a:br/>
            <a:r>
              <a:t>Sistema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560320"/>
            <a:ext cx="2011680" cy="1645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6974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Implementasaun</a:t>
            </a:r>
            <a:br/>
            <a:r>
              <a:t>(Codigu)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017520"/>
            <a:ext cx="2011680" cy="1645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154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Teste</a:t>
            </a:r>
            <a:br/>
            <a:r>
              <a:t>(Black-box)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474720"/>
            <a:ext cx="2011680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3611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 no</a:t>
            </a:r>
            <a:br/>
            <a:r>
              <a:t>Manutensaun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3.2 Arkitetura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Presentation Layer (Frontend)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Flutter + GetX</a:t>
            </a:r>
            <a:br/>
            <a:r>
              <a:t>Widget, Screen,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▶ HTTP/HTTPS 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Application Layer (Backend)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468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Django REST Framework</a:t>
            </a:r>
            <a:br/>
            <a:r>
              <a:t>Views, Serializers,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828800"/>
            <a:ext cx="2286000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68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SQLite (dev)</a:t>
            </a:r>
            <a:br/>
            <a:r>
              <a:t>PostgreSQL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3.3 Estrutura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474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- id</a:t>
            </a:r>
            <a:br/>
            <a:r>
              <a:t>- email</a:t>
            </a:r>
            <a:br/>
            <a:r>
              <a:t>- name</a:t>
            </a:r>
            <a:br/>
            <a:r>
              <a:t>- phone</a:t>
            </a:r>
            <a:br/>
            <a:r>
              <a:t>- role</a:t>
            </a:r>
            <a:br/>
            <a:r>
              <a:t>- created_at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474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- id</a:t>
            </a:r>
            <a:br/>
            <a:r>
              <a:t>- name</a:t>
            </a:r>
            <a:br/>
            <a:r>
              <a:t>- price</a:t>
            </a:r>
            <a:br/>
            <a:r>
              <a:t>- stock</a:t>
            </a:r>
            <a:br/>
            <a:r>
              <a:t>- category</a:t>
            </a:r>
            <a:br/>
            <a:r>
              <a:t>- sizes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474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- id</a:t>
            </a:r>
            <a:br/>
            <a:r>
              <a:t>- name</a:t>
            </a:r>
            <a:br/>
            <a:r>
              <a:t>- created_at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347472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CartItem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3474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- id</a:t>
            </a:r>
            <a:br/>
            <a:r>
              <a:t>- user_id</a:t>
            </a:r>
            <a:br/>
            <a:r>
              <a:t>- product_id</a:t>
            </a:r>
            <a:br/>
            <a:r>
              <a:t>- quantity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347472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480560"/>
            <a:ext cx="3474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- id</a:t>
            </a:r>
            <a:br/>
            <a:r>
              <a:t>- user_id</a:t>
            </a:r>
            <a:br/>
            <a:r>
              <a:t>- total</a:t>
            </a:r>
            <a:br/>
            <a:r>
              <a:t>- status</a:t>
            </a:r>
            <a:br/>
            <a:r>
              <a:t>- 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023360"/>
            <a:ext cx="347472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WishlistItem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480560"/>
            <a:ext cx="3474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- id</a:t>
            </a:r>
            <a:br/>
            <a:r>
              <a:t>- user_id</a:t>
            </a:r>
            <a:br/>
            <a:r>
              <a:t>- product_id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Fitur sira ba Uzariu (Customer)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Autentikasaun: Rejistu, Login, Logout ho JWT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Katalogu Produtu: Lista, buka, filter kategoria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Detallu Produtu: Galeria imagem, tamanhu/kor, stock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Kareta (Karrinu): Aumenta item, muda kuantidade, hamos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Checkout: COD ka Transferensia Banku (BNU, Telemor, BNCTL)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Istoriku Orden: Status pendente/final/kansela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Wishlist: Rai produtu favoritu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Profil Uzariu: Informasaun pessoal, estatistika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Fitur sira ba Admin (Dashboard)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Dashboard: Estatistika (produtu, orden, rendimentu, uzariu)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Jestaun Produtu: CRUD ho upload imagem barak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Jestaun Orden: Filtru status, muda status, hamos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Jestaun Kategoria: Aumenta, edita, hamos kategoria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Jestaun Uzariu: Lista uzariu hotu no sira nia papel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6400800" cy="1097280"/>
          </a:xfrm>
          <a:prstGeom prst="rect">
            <a:avLst/>
          </a:prstGeom>
          <a:solidFill>
            <a:srgbClr val="33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46634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  <a:latin typeface="Calibri"/>
              </a:defRPr>
            </a:pPr>
            <a:r>
              <a:t>5 Tab Painel Administrasaun:</a:t>
            </a:r>
            <a:br/>
            <a:r>
              <a:t>Dashboard | Produtu | Orden | Kategoria | Uzariu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4.1 Arkitetura Frontend (Flutter)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Controllers (GetX): Auth, Cart, Product, Order, Admin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Models: User, Product, CartItem, Order, WishlistItem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Screens (Pajinas): 9 pajina + Dashboard admin (5 tab)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Services: ApiService ho mekanismu refresh token otomatiku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Utils: Format folin, helper funsaun sira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Widgets: CustomButton (loading state)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1247120" cy="73152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ApiService: Intereseta logging, JWT token iha header, refresh token iha 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4.2 Implementasaun Backend (DRF)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Model Django: Profile, Category, Product, ProductImage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  CartItem, Order, WishlistItem, Address, PaymentMethod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Serializer: Validasaun stock antes aumenta ba kareta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View: APIView ba endpoint espesial, ModelViewSet ba CRUD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Permission: IsAdminOrReadOnly, IsProfileAdmin, IsAuthenticated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Transaction atomic(): valida stock, kria orden, dedusaun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1247120" cy="73152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Django 6.x + DRF 3.x + djangorestframework-simplejwt + django-cors-headers + django-filter + Pillow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Endpoint API Prinsipais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Deskrisaun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332720" cy="4114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POST /api/auth/register/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Rejistu uzariu foun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402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Laiha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51760"/>
            <a:ext cx="10332720" cy="4114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POST /api/auth/login/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Login no hetan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974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Laiha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10332720" cy="4114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1546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/api/products/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546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Lista produtu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54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Laiha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566160"/>
            <a:ext cx="10332720" cy="4114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11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/api/cart/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611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Lista item kareta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611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Iha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023360"/>
            <a:ext cx="10332720" cy="4114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POST /api/orders/create/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Kria orden foun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Iha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GET /api/admin/stats/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Estatistika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9455C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937760"/>
            <a:ext cx="10332720" cy="4114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983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GET /api/admin/orders/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Orden hotu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9455C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Tampilan Aplikasaun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Splash: Logotipu + "Fashion ba Hotu"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Login: Email + Password + Ligasaun Rejistu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Rejistu: Naran + Telefone + Email + Password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Inisiu: Saudasaun, Buka, Chip Kategoria, Grid Produtu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Shop: Grid koluna rua, Buka, Filter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Detallu Produtu: Galeria, Tamanhu/Kor, Kuantidade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Tampilan Aplikasaun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Kareta (Karrinu): Kontrolu kuantidade +/-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Checkout: COD ka BNU/Telemor/BNCTL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Pajina Profil: Avatar + Estatistika + Istoriku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Dashboard Admin: 5 Tab + Kartu Estatistika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Jestaun Produtu: Tabela + Botao/Aumenta/Edita/Hamos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Jestaun Orden: Filtru + Botao Finiliza/Kansela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4.3 Teste Funsional (Black-box)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20 skenario teste ba fitur hotu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Susesu iha 18 skenario (90%)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Falha iha 2 skenario: email duplikadu no stock zero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Metodu: Black-box testing (foka ba rezultadu, la'e ba estrutura interna)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320040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4297680"/>
            <a:ext cx="1737360" cy="1737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663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Susesu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114800"/>
            <a:ext cx="320040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4297680"/>
            <a:ext cx="1737360" cy="173736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4663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Falha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114800"/>
            <a:ext cx="320040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4297680"/>
            <a:ext cx="1737360" cy="1737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663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Total Skenario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4.4 Teste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Teste 16 endpoint API ho Postman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Endpoint hotu fila status code ne'ebe loos (200/201/403)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Endpoint autentikasaun (register, login): 200/201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Endpoint produtu (GET laiha auth, POST admin de'it): 200/403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Endpoint admin (stats, orders, users): 200 ba admin, 403 ba la-admin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0"/>
            <a:ext cx="6400800" cy="914400"/>
          </a:xfrm>
          <a:prstGeom prst="rect">
            <a:avLst/>
          </a:prstGeom>
          <a:solidFill>
            <a:srgbClr val="33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51206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  <a:latin typeface="Calibri"/>
              </a:defRPr>
            </a:pPr>
            <a:r>
              <a:t>Konklusaun: API funsiona tuir espesifikasaun, ho seguransa JWT </a:t>
            </a:r>
            <a:br/>
            <a:r>
              <a:t>no permission ba admin no customer (rolu bazeiru)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5.1 Konkluzaun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Inope Store susesu dezenvolve ho Flutter (frontend) no DRF (backend)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Fitur kompletu: autentikasaun, katalogu, kareta, checkout, admin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Pagamentu lokal Timor-Leste integradu (COD + BNU/Telemor/BNCTL)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Dashboard admin ho 5 tab: jestaun produtu, orden, kategoria, uzariu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 Teste funsional 90% susesu, API hotu funsiona ho di'ak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5.2 Sugestaun ba Futuru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Integrasaun pagamentu dijital (PayPal, Google Pay, Mobile Money lokal)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Notifikasaun push ba status orden no promosaun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Revisaun no rating produtu husi kliente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Integrasaun kurir lokal ba tracking entrega real-time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Suporta lian barak (Tetum, Indonesia, Portugues, Ingles)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Optimizasaun caching no lazy loading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Rekomendasaun produtu bazeia machine learning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 Analytics ba komportamentu uzariu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9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9455C"/>
                </a:solidFill>
                <a:latin typeface="Calibri"/>
              </a:defRPr>
            </a:pPr>
            <a:r>
              <a:t>Obrigadu barak!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Inope Store - Fashion ba Hotu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Kodigu fonte: github.com/angelinho/inope-store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Husil: Angelinho Rosales Lopes | UNTL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9455C"/>
                </a:solidFill>
                <a:latin typeface="Calibri"/>
              </a:defRPr>
            </a:pPr>
            <a:r>
              <a:t>Pergunta?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Hakarak konhesi tan? Pergunta de'it!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23/25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